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264"/>
    <a:srgbClr val="FFA503"/>
    <a:srgbClr val="EC62B8"/>
    <a:srgbClr val="6C6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779"/>
    <p:restoredTop sz="94641"/>
  </p:normalViewPr>
  <p:slideViewPr>
    <p:cSldViewPr snapToGrid="0">
      <p:cViewPr>
        <p:scale>
          <a:sx n="113" d="100"/>
          <a:sy n="113" d="100"/>
        </p:scale>
        <p:origin x="256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TS2Vec+MLP</c:v>
                </c:pt>
              </c:strCache>
            </c:strRef>
          </c:tx>
          <c:spPr>
            <a:solidFill>
              <a:srgbClr val="6C64A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cust"/>
            <c:noEndCap val="0"/>
            <c:plus>
              <c:numRef>
                <c:f>Sheet1!$B$9:$B$14</c:f>
                <c:numCache>
                  <c:formatCode>General</c:formatCode>
                  <c:ptCount val="6"/>
                  <c:pt idx="0">
                    <c:v>1.9E-2</c:v>
                  </c:pt>
                  <c:pt idx="1">
                    <c:v>1.7000000000000001E-2</c:v>
                  </c:pt>
                  <c:pt idx="2">
                    <c:v>1.0999999999999999E-2</c:v>
                  </c:pt>
                  <c:pt idx="3">
                    <c:v>3.1E-2</c:v>
                  </c:pt>
                  <c:pt idx="4">
                    <c:v>4.0000000000000001E-3</c:v>
                  </c:pt>
                  <c:pt idx="5">
                    <c:v>1.7999999999999999E-2</c:v>
                  </c:pt>
                </c:numCache>
              </c:numRef>
            </c:plus>
            <c:minus>
              <c:numRef>
                <c:f>Sheet1!$B$9:$B$14</c:f>
                <c:numCache>
                  <c:formatCode>General</c:formatCode>
                  <c:ptCount val="6"/>
                  <c:pt idx="0">
                    <c:v>1.9E-2</c:v>
                  </c:pt>
                  <c:pt idx="1">
                    <c:v>1.7000000000000001E-2</c:v>
                  </c:pt>
                  <c:pt idx="2">
                    <c:v>1.0999999999999999E-2</c:v>
                  </c:pt>
                  <c:pt idx="3">
                    <c:v>3.1E-2</c:v>
                  </c:pt>
                  <c:pt idx="4">
                    <c:v>4.0000000000000001E-3</c:v>
                  </c:pt>
                  <c:pt idx="5">
                    <c:v>1.7999999999999999E-2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Sheet1!$A$2:$A$7</c:f>
              <c:strCache>
                <c:ptCount val="6"/>
                <c:pt idx="0">
                  <c:v>Clear-Total</c:v>
                </c:pt>
                <c:pt idx="1">
                  <c:v>Clear-Arm</c:v>
                </c:pt>
                <c:pt idx="2">
                  <c:v>Clear-Leg</c:v>
                </c:pt>
                <c:pt idx="3">
                  <c:v>Drive-Total</c:v>
                </c:pt>
                <c:pt idx="4">
                  <c:v>Drive-Arm</c:v>
                </c:pt>
                <c:pt idx="5">
                  <c:v>Drive-Leg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85.1</c:v>
                </c:pt>
                <c:pt idx="1">
                  <c:v>87.1</c:v>
                </c:pt>
                <c:pt idx="2">
                  <c:v>79.8</c:v>
                </c:pt>
                <c:pt idx="3">
                  <c:v>88.3</c:v>
                </c:pt>
                <c:pt idx="4">
                  <c:v>90.8</c:v>
                </c:pt>
                <c:pt idx="5">
                  <c:v>86.6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92-084E-AA4B-0F9C1C74A0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ConvLSTM</c:v>
                </c:pt>
              </c:strCache>
            </c:strRef>
          </c:tx>
          <c:spPr>
            <a:solidFill>
              <a:srgbClr val="FF62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Clear-Total</c:v>
                </c:pt>
                <c:pt idx="1">
                  <c:v>Clear-Arm</c:v>
                </c:pt>
                <c:pt idx="2">
                  <c:v>Clear-Leg</c:v>
                </c:pt>
                <c:pt idx="3">
                  <c:v>Drive-Total</c:v>
                </c:pt>
                <c:pt idx="4">
                  <c:v>Drive-Arm</c:v>
                </c:pt>
                <c:pt idx="5">
                  <c:v>Drive-Leg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48.5</c:v>
                </c:pt>
                <c:pt idx="1">
                  <c:v>65.2</c:v>
                </c:pt>
                <c:pt idx="2">
                  <c:v>56</c:v>
                </c:pt>
                <c:pt idx="3">
                  <c:v>62.7</c:v>
                </c:pt>
                <c:pt idx="4">
                  <c:v>36</c:v>
                </c:pt>
                <c:pt idx="5">
                  <c:v>35.6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92-084E-AA4B-0F9C1C74A0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Transformer</c:v>
                </c:pt>
              </c:strCache>
            </c:strRef>
          </c:tx>
          <c:spPr>
            <a:solidFill>
              <a:srgbClr val="FFA50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Clear-Total</c:v>
                </c:pt>
                <c:pt idx="1">
                  <c:v>Clear-Arm</c:v>
                </c:pt>
                <c:pt idx="2">
                  <c:v>Clear-Leg</c:v>
                </c:pt>
                <c:pt idx="3">
                  <c:v>Drive-Total</c:v>
                </c:pt>
                <c:pt idx="4">
                  <c:v>Drive-Arm</c:v>
                </c:pt>
                <c:pt idx="5">
                  <c:v>Drive-Leg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20.2</c:v>
                </c:pt>
                <c:pt idx="1">
                  <c:v>20.2</c:v>
                </c:pt>
                <c:pt idx="2">
                  <c:v>20.2</c:v>
                </c:pt>
                <c:pt idx="3">
                  <c:v>36</c:v>
                </c:pt>
                <c:pt idx="4">
                  <c:v>36</c:v>
                </c:pt>
                <c:pt idx="5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E92-084E-AA4B-0F9C1C74A09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07383296"/>
        <c:axId val="457667264"/>
      </c:barChart>
      <c:catAx>
        <c:axId val="707383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ko-KR"/>
          </a:p>
        </c:txPr>
        <c:crossAx val="457667264"/>
        <c:crosses val="autoZero"/>
        <c:auto val="1"/>
        <c:lblAlgn val="ctr"/>
        <c:lblOffset val="100"/>
        <c:noMultiLvlLbl val="0"/>
      </c:catAx>
      <c:valAx>
        <c:axId val="457667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ko-KR"/>
          </a:p>
        </c:txPr>
        <c:crossAx val="707383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2FFF25-468E-D243-AB6E-EBECE9D7DB0B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4AD32-949D-3C4B-A745-1E2C586E9A5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508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24AD32-949D-3C4B-A745-1E2C586E9A5C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7831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16F37-2E11-F235-83F7-846951CEE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F3FF38-7678-96B9-1CB4-A137DA51D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966B01-5A2D-8705-596D-F763DCF5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35DE53-39AA-0BCE-55EE-B165CA3D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EC41C6-231D-2EC8-C574-3EF48496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962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16D48-6D31-F488-D089-B5B27ADF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A1817F-5C88-4DC5-6636-EB7A8610B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1448F8-8CC5-C2C6-0F99-5038BE5D3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CA8CCC-7029-770A-8DD7-86AACDD8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FB4230-5024-941B-CE06-2C8FBD7C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9333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2B138-5B19-3663-DD2A-1B03C4E8D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D7E93F-E24A-65F3-B5D0-C5C93F82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E72331-A6CA-DB03-3C95-83093E1A4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95F2D9-FF1A-922A-942A-AA52B822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34E4CF-A043-E9AF-4457-AA32905AF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4373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1D254-F387-ECC9-5D43-68888F2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3574BF-2487-9079-89E6-7DA07CC70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58AAB5-6D02-0178-98F2-6E5E5E6B0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B54350-C5D3-2DE5-A95E-CFA312DA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D94D0E-AD32-03DB-DC8A-BA9BFBDD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7D9681-10E4-961C-07E0-12310D0E2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79278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01A69-CADF-FD48-700C-CF78EA24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9138-FB77-E130-14F0-6ADD527C5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1FB818-ED99-5A9E-0164-AC6EAAB7A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33038B-8D7A-F0BB-9719-DC2955078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A92125-DD70-BFD6-BC51-4545429FB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C1130D-D234-0FA0-47BC-A5889EA1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1F06C6-DA04-DBA0-A38E-1C5FDAD4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419512-4746-BF99-1CEF-9B4854F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74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A2AAA-39FC-E37C-572D-93653806C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E992E5-D200-9AB7-F03A-A7D72C8D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3E8966-1600-7959-6A35-CF43A583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F6979C-78B7-63D5-DF61-CF432A2D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152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97EC06-10F8-F4A7-A196-1199041E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E8846-C335-4978-6777-438BB744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4EDE8-A059-93D9-A77D-4A7D4913A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9890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128536-111E-7ECE-889D-04FBDD53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CC3DF8-D6BB-A991-314A-BFAD34607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FB758B-F0E5-109C-09C6-3F04226B3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BB23FC-5B4B-63F3-AC94-85A9230E8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267AA-E709-48ED-25C5-C6689EA6E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4E4876-7DFF-D538-ED3E-652F68D95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717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98D9-D66C-3011-9EEE-0E95BEA50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559BFA-9C1B-DDBC-6CB4-C0C39DA00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1923C8-46B7-2DBE-2556-3C50D7898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682107-2422-6F75-EFA5-970BD2A1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339996-45E8-79AD-5D1A-85ADBA0D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762100-5791-8A78-34A5-D147F5ED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502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3E18B-0ACD-829F-A371-633458DC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ECE93E1-6CA0-38B5-E55D-56E1E2AF50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D6F3FA-A593-6D4D-810A-FF474E198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50803-82F9-E075-388A-0389D2B2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1A8364-C8A7-3DF7-A6E0-E7EAF771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655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6FC2C83-6513-92FA-BE4E-9A9F5E3EAA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850B95-8A7E-D061-B37B-0D7D69BFA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9739EF-102D-CD63-501F-885EAC4B8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EB82D-460C-44A6-A28A-03CDE4782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74565C-21EC-CD42-C6DA-306F2CBE3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9996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56A020-8778-6AD0-5983-55C1A14D8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460BE2-4BE0-51A9-5E27-6039DB7FF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433B11-6507-E6BC-AFD8-E9A061C34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C44EE-03FB-0041-9109-F7FF3698791A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AC9FE0-7EE9-2B1A-9B32-C6D0A7220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7E7BF0-6F96-8F1F-B41E-A764893C3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3E110-43B7-2748-9E31-9E629472E0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104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3D2E7-D937-F721-999B-CC45A2E4F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EAE722-16AB-6F92-D014-10CD7179C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2051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9DC36B-CFD4-427B-DCCD-278D3BCB6B84}"/>
              </a:ext>
            </a:extLst>
          </p:cNvPr>
          <p:cNvSpPr/>
          <p:nvPr/>
        </p:nvSpPr>
        <p:spPr>
          <a:xfrm>
            <a:off x="968828" y="286016"/>
            <a:ext cx="10254343" cy="65719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2AD4C844-A483-0EFD-BB40-F2214FCF96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7300207"/>
              </p:ext>
            </p:extLst>
          </p:nvPr>
        </p:nvGraphicFramePr>
        <p:xfrm>
          <a:off x="1206982" y="38474"/>
          <a:ext cx="9778035" cy="6138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08286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지도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8D408A9-2F5F-73C4-C5A2-6B46852783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341" t="4389" r="11277" b="7256"/>
          <a:stretch/>
        </p:blipFill>
        <p:spPr>
          <a:xfrm>
            <a:off x="2786495" y="554546"/>
            <a:ext cx="6619010" cy="5748907"/>
          </a:xfrm>
        </p:spPr>
      </p:pic>
      <p:pic>
        <p:nvPicPr>
          <p:cNvPr id="7" name="내용 개체 틀 4" descr="지도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68F92E1-E079-7273-DED7-645310BF0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803" t="4549" r="-1" b="56011"/>
          <a:stretch/>
        </p:blipFill>
        <p:spPr>
          <a:xfrm>
            <a:off x="9405505" y="554546"/>
            <a:ext cx="1341694" cy="516391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695CD14-9249-C954-8935-5DFCE8BF90B4}"/>
              </a:ext>
            </a:extLst>
          </p:cNvPr>
          <p:cNvSpPr/>
          <p:nvPr/>
        </p:nvSpPr>
        <p:spPr>
          <a:xfrm>
            <a:off x="2786495" y="6300000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-60</a:t>
            </a:r>
            <a:endParaRPr kumimoji="1"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71192D0-AC7F-EA5F-CFB1-2BB48ABBBBD0}"/>
              </a:ext>
            </a:extLst>
          </p:cNvPr>
          <p:cNvSpPr/>
          <p:nvPr/>
        </p:nvSpPr>
        <p:spPr>
          <a:xfrm>
            <a:off x="3793681" y="6300000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-40</a:t>
            </a:r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FC7B8C-09A1-E8C2-DA88-1F19E9EC6687}"/>
              </a:ext>
            </a:extLst>
          </p:cNvPr>
          <p:cNvSpPr/>
          <p:nvPr/>
        </p:nvSpPr>
        <p:spPr>
          <a:xfrm>
            <a:off x="4800867" y="6300000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-20</a:t>
            </a:r>
            <a:endParaRPr kumimoji="1"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CEB6DD-8299-D342-9970-DF4BF19E59B2}"/>
              </a:ext>
            </a:extLst>
          </p:cNvPr>
          <p:cNvSpPr/>
          <p:nvPr/>
        </p:nvSpPr>
        <p:spPr>
          <a:xfrm>
            <a:off x="5808053" y="6300000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kumimoji="1"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93E565-7A57-2F98-7C1C-161C24A0CC5D}"/>
              </a:ext>
            </a:extLst>
          </p:cNvPr>
          <p:cNvSpPr/>
          <p:nvPr/>
        </p:nvSpPr>
        <p:spPr>
          <a:xfrm>
            <a:off x="6815239" y="6300000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kumimoji="1"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83C70C-C357-DB5F-A346-965A6742FFFD}"/>
              </a:ext>
            </a:extLst>
          </p:cNvPr>
          <p:cNvSpPr/>
          <p:nvPr/>
        </p:nvSpPr>
        <p:spPr>
          <a:xfrm>
            <a:off x="7822425" y="6300000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</a:t>
            </a:r>
            <a:endParaRPr kumimoji="1"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6F7884-D88C-50DF-E64E-932726713876}"/>
              </a:ext>
            </a:extLst>
          </p:cNvPr>
          <p:cNvSpPr/>
          <p:nvPr/>
        </p:nvSpPr>
        <p:spPr>
          <a:xfrm>
            <a:off x="8829609" y="6300000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60</a:t>
            </a:r>
            <a:endParaRPr kumimoji="1"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74FDEEC-C836-B034-89F3-B10F199B4EEC}"/>
              </a:ext>
            </a:extLst>
          </p:cNvPr>
          <p:cNvSpPr/>
          <p:nvPr/>
        </p:nvSpPr>
        <p:spPr>
          <a:xfrm>
            <a:off x="2004447" y="5423263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-60</a:t>
            </a:r>
            <a:endParaRPr kumimoji="1"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938E343-BCA7-0219-F4C7-A36795BC9998}"/>
              </a:ext>
            </a:extLst>
          </p:cNvPr>
          <p:cNvSpPr/>
          <p:nvPr/>
        </p:nvSpPr>
        <p:spPr>
          <a:xfrm>
            <a:off x="2004447" y="4632761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-40</a:t>
            </a:r>
            <a:endParaRPr kumimoji="1"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FB3AB78-9095-B47F-D949-349174F6F079}"/>
              </a:ext>
            </a:extLst>
          </p:cNvPr>
          <p:cNvSpPr/>
          <p:nvPr/>
        </p:nvSpPr>
        <p:spPr>
          <a:xfrm>
            <a:off x="2004447" y="3842259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-20</a:t>
            </a:r>
            <a:endParaRPr kumimoji="1"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D03142E-7B6F-6F89-4EB1-4D6B891DA42D}"/>
              </a:ext>
            </a:extLst>
          </p:cNvPr>
          <p:cNvSpPr/>
          <p:nvPr/>
        </p:nvSpPr>
        <p:spPr>
          <a:xfrm>
            <a:off x="2004447" y="3051757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kumimoji="1"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F830D7-69F5-CC4C-E112-3E00C8A4478C}"/>
              </a:ext>
            </a:extLst>
          </p:cNvPr>
          <p:cNvSpPr/>
          <p:nvPr/>
        </p:nvSpPr>
        <p:spPr>
          <a:xfrm>
            <a:off x="2004447" y="2261255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</a:t>
            </a:r>
            <a:endParaRPr kumimoji="1"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136FB23-F508-3C10-A3D2-EF59F64DDD47}"/>
              </a:ext>
            </a:extLst>
          </p:cNvPr>
          <p:cNvSpPr/>
          <p:nvPr/>
        </p:nvSpPr>
        <p:spPr>
          <a:xfrm>
            <a:off x="2004447" y="1470753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</a:t>
            </a:r>
            <a:endParaRPr kumimoji="1"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BFEA29-8F1F-175E-F04D-91DF3B05E5EF}"/>
              </a:ext>
            </a:extLst>
          </p:cNvPr>
          <p:cNvSpPr/>
          <p:nvPr/>
        </p:nvSpPr>
        <p:spPr>
          <a:xfrm>
            <a:off x="2004447" y="680251"/>
            <a:ext cx="758537" cy="4518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60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728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5DD8F3B-3D8C-92BE-EBA7-33EBE4EDA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22981" y="643466"/>
            <a:ext cx="5346038" cy="55710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7860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21</Words>
  <Application>Microsoft Macintosh PowerPoint</Application>
  <PresentationFormat>와이드스크린</PresentationFormat>
  <Paragraphs>15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박찬영</dc:creator>
  <cp:lastModifiedBy>박찬영</cp:lastModifiedBy>
  <cp:revision>2</cp:revision>
  <dcterms:created xsi:type="dcterms:W3CDTF">2025-11-24T13:36:42Z</dcterms:created>
  <dcterms:modified xsi:type="dcterms:W3CDTF">2025-11-24T14:53:28Z</dcterms:modified>
</cp:coreProperties>
</file>